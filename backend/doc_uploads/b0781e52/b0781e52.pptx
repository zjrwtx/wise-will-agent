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Python编程入门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开场问候语：大家好，欢迎参加今天的Python编程入门培训。我是[你的名字]，很高兴能和大家一起开启编程学习之旅。</a:t>
            </a:r>
            <a:br/>
            <a:br/>
            <a:r>
              <a:t>演讲要点：</a:t>
            </a:r>
            <a:br/>
            <a:r>
              <a:t>1. 自我介绍，建立亲和力</a:t>
            </a:r>
            <a:br/>
            <a:r>
              <a:t>2. 说明培训目标和预期收获</a:t>
            </a:r>
            <a:br/>
            <a:r>
              <a:t>3. 简要介绍Python语言的特点和优势</a:t>
            </a:r>
            <a:br/>
            <a:r>
              <a:t>4. 鼓励学员积极参与互动</a:t>
            </a:r>
            <a:br/>
            <a:br/>
            <a:r>
              <a:t>时间分配：2-3分钟</a:t>
            </a:r>
            <a:br/>
            <a:br/>
            <a:r>
              <a:t>互动建议：可以询问学员的编程背景，了解大家的学习期望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为什么选择Python？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简单易学：语法接近自然语言，代码可读性极高，降低学习门槛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应用广泛：Web开发、数据分析、人工智能、自动化脚本等全领域覆盖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社区强大：拥有丰富的第三方库和活跃的开源生态系统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就业前景：市场需求旺盛，是当前最热门的编程语言之一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课程目标与学习路径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0959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## 🎯 课程目标</a:t>
            </a:r>
            <a:br/>
            <a:br/>
            <a:r>
              <a:t>### 掌握Python基础语法</a:t>
            </a:r>
            <a:br/>
            <a:r>
              <a:t>- 理解变量、数据类型、运算符</a:t>
            </a:r>
            <a:br/>
            <a:r>
              <a:t>- 掌握条件判断和循环结构</a:t>
            </a:r>
            <a:br/>
            <a:r>
              <a:t>- 熟练使用列表、字典等数据结构</a:t>
            </a:r>
            <a:br/>
            <a:br/>
            <a:r>
              <a:t>### 能够编写简单程序</a:t>
            </a:r>
            <a:br/>
            <a:r>
              <a:t>- 独立完成50-100行代码项目</a:t>
            </a:r>
            <a:br/>
            <a:r>
              <a:t>- 解决实际问题的小程序</a:t>
            </a:r>
            <a:br/>
            <a:r>
              <a:t>- 具备调试和优化代码能力</a:t>
            </a:r>
            <a:br/>
            <a:br/>
            <a:r>
              <a:t>### 理解编程思维</a:t>
            </a:r>
            <a:br/>
            <a:r>
              <a:t>- 学习算法逻辑和问题分解</a:t>
            </a:r>
            <a:br/>
            <a:r>
              <a:t>- 培养抽象思维和模块化设计</a:t>
            </a:r>
            <a:br/>
            <a:r>
              <a:t>- 掌握代码复用和重构技巧</a:t>
            </a:r>
            <a:br/>
            <a:br/>
            <a:r>
              <a:t>### 为进阶学习打下基础</a:t>
            </a:r>
            <a:br/>
            <a:r>
              <a:t>- 建立扎实的编程基础</a:t>
            </a:r>
            <a:br/>
            <a:r>
              <a:t>- 了解面向对象编程概念</a:t>
            </a:r>
            <a:br/>
            <a:r>
              <a:t>- 为数据分析、Web开发等方向做准备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3990" y="1463040"/>
            <a:ext cx="540959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## 🗺️ 学习路径</a:t>
            </a:r>
            <a:br/>
            <a:br/>
            <a:r>
              <a:t>### 阶段一：环境搭建 (1周)</a:t>
            </a:r>
            <a:br/>
            <a:r>
              <a:t>- 安装Python和开发工具</a:t>
            </a:r>
            <a:br/>
            <a:r>
              <a:t>- 配置编程环境</a:t>
            </a:r>
            <a:br/>
            <a:r>
              <a:t>- 运行第一个Python程序</a:t>
            </a:r>
            <a:br/>
            <a:br/>
            <a:r>
              <a:t>### 阶段二：基础语法 (3周)</a:t>
            </a:r>
            <a:br/>
            <a:r>
              <a:t>- 变量与数据类型</a:t>
            </a:r>
            <a:br/>
            <a:r>
              <a:t>- 条件语句与循环</a:t>
            </a:r>
            <a:br/>
            <a:r>
              <a:t>- 函数定义与调用</a:t>
            </a:r>
            <a:br/>
            <a:r>
              <a:t>- 错误处理与调试</a:t>
            </a:r>
            <a:br/>
            <a:br/>
            <a:r>
              <a:t>### 阶段三：核心概念 (2周)</a:t>
            </a:r>
            <a:br/>
            <a:r>
              <a:t>- 列表、元组、字典</a:t>
            </a:r>
            <a:br/>
            <a:r>
              <a:t>- 字符串操作</a:t>
            </a:r>
            <a:br/>
            <a:r>
              <a:t>- 文件读写</a:t>
            </a:r>
            <a:br/>
            <a:r>
              <a:t>- 模块与包管理</a:t>
            </a:r>
            <a:br/>
            <a:br/>
            <a:r>
              <a:t>### 阶段四：项目实践 (2周)</a:t>
            </a:r>
            <a:br/>
            <a:r>
              <a:t>- 综合项目：计算器程序</a:t>
            </a:r>
            <a:br/>
            <a:r>
              <a:t>- 实战项目：数据分析小工具</a:t>
            </a:r>
            <a:br/>
            <a:r>
              <a:t>- 个人创意项目展示</a:t>
            </a:r>
            <a:br/>
            <a:br/>
            <a:r>
              <a:t>### 📊 学习里程碑</a:t>
            </a:r>
            <a:br/>
            <a:r>
              <a:t>- 第2周：完成第一个小程序</a:t>
            </a:r>
            <a:br/>
            <a:r>
              <a:t>- 第5周：掌握函数编程</a:t>
            </a:r>
            <a:br/>
            <a:r>
              <a:t>- 第8周：完成综合项目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1463040"/>
            <a:ext cx="18288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Python开发环境搭建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Python解释器安装：从官网下载安装包，配置环境变量，验证安装成功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IDE选择：PyCharm（专业Python开发）、VS Code（轻量级跨平台）、Jupyter（交互式数据分析）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第一个Python程序：编写Hello World程序，理解Python基本语法结构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运行与调试基础：掌握代码执行方法，学习基本调试技巧和错误排查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Python基础语法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0959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变量与数据类型</a:t>
            </a:r>
            <a:br/>
            <a:r>
              <a:t>字符串、数字、列表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3990" y="1463040"/>
            <a:ext cx="540959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运算符与表达式</a:t>
            </a:r>
            <a:br/>
            <a:r>
              <a:t>输入输出函数</a:t>
            </a:r>
            <a:br/>
            <a:r>
              <a:t>注释与代码规范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1463040"/>
            <a:ext cx="18288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控制流程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条件判断：if-elif-else - 根据条件执行不同代码路径，实现决策逻辑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循环结构：for循环、while循环 - 重复执行代码块，处理批量数据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循环控制：break、continue - 精细控制循环执行流程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嵌套结构与逻辑思维 - 构建复杂程序逻辑，培养计算思维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数据结构：列表、元组、字典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124"/>
                </a:solidFill>
              </a:defRPr>
            </a:pPr>
            <a:r>
              <a:t>Python提供了多种内置数据结构，每种都有其独特特性和适用场景。理解这些数据结构是编写高效Python代码的关键。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函数：代码复用与模块化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函数定义与调用：使用def关键字定义函数，通过函数名()调用执行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参数传递：位置参数按顺序传递，关键字参数按名称指定，提高可读性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返回值与作用域：return返回结果，局部变量仅在函数内有效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02124"/>
                </a:solidFill>
              </a:defRPr>
            </a:pPr>
            <a:r>
              <a:t>●  内置函数与自定义函数：Python提供丰富内置函数，用户可自定义函数封装逻辑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实战案例：简单计算器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0959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需求分析：四则运算</a:t>
            </a:r>
            <a:br/>
            <a:r>
              <a:t>设计思路：函数模块化</a:t>
            </a:r>
            <a:br/>
            <a:r>
              <a:t>代码实现：用户交互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3990" y="1463040"/>
            <a:ext cx="540959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测试与优化</a:t>
            </a:r>
            <a:br/>
            <a:r>
              <a:t>完整代码展示</a:t>
            </a:r>
            <a:br/>
            <a:r>
              <a:t>运行效果演示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1463040"/>
            <a:ext cx="18288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总结与学习建议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 ✅ Python基础语法已掌握：变量、数据类型、控制结构、函数等</a:t>
            </a:r>
          </a:p>
          <a:p>
            <a:pPr algn="l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 ✅ 能够编写简单程序：如计算器、数据处理脚本等实用工具</a:t>
            </a:r>
          </a:p>
          <a:p>
            <a:pPr algn="l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 ✅ 理解编程核心概念：算法思维、问题分解、调试技巧</a:t>
            </a:r>
          </a:p>
          <a:p>
            <a:pPr algn="l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 📈 学习建议：多练习、参与项目、学习进阶内容</a:t>
            </a:r>
          </a:p>
          <a:p>
            <a:pPr algn="l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 📚 资源推荐：官方文档、在线课程、社区论坛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Python编程入门：从零开始学习Python</dc:title>
  <dc:subject/>
  <dc:creator>AI Generated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